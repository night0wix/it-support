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Urbanist SemiBold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Italic.fntdata"/><Relationship Id="rId11" Type="http://schemas.openxmlformats.org/officeDocument/2006/relationships/slide" Target="slides/slide6.xml"/><Relationship Id="rId22" Type="http://schemas.openxmlformats.org/officeDocument/2006/relationships/font" Target="fonts/Urbanist-bold.fntdata"/><Relationship Id="rId10" Type="http://schemas.openxmlformats.org/officeDocument/2006/relationships/slide" Target="slides/slide5.xml"/><Relationship Id="rId21" Type="http://schemas.openxmlformats.org/officeDocument/2006/relationships/font" Target="fonts/Urbanist-regular.fntdata"/><Relationship Id="rId13" Type="http://schemas.openxmlformats.org/officeDocument/2006/relationships/font" Target="fonts/Inter-regular.fntdata"/><Relationship Id="rId24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UrbanistSemiBold-regular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SemiBold-italic.fntdata"/><Relationship Id="rId6" Type="http://schemas.openxmlformats.org/officeDocument/2006/relationships/slide" Target="slides/slide1.xml"/><Relationship Id="rId18" Type="http://schemas.openxmlformats.org/officeDocument/2006/relationships/font" Target="fonts/Urbanist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9223" y="4365277"/>
            <a:ext cx="319340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15502" y="2006947"/>
            <a:ext cx="796099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CRM Client </a:t>
            </a:r>
            <a:r>
              <a:rPr b="1" i="0" lang="en-US" sz="6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Clustering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035647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Інтелектуальна система сегментації клієнтської бази на основі алгоритмів машинного навчання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5381625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338387"/>
            <a:ext cx="5381625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3376612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Інформаційний шум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843337"/>
            <a:ext cx="46005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Зростання обсягів даних робить неможливим ручний аналіз кожного клієнта. Бізнес втрачає ключові патерни поведінки у великих масивах цифр.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29400" y="3376612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Низька релевантність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29400" y="3843337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Маркетингові розсилки "для всіх" мають низьку конверсію. Відсутність чітких сегментів веде до неефективного витрачання бюджету.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75748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27574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ВИКЛИКИ УПРАВЛІННЯ ДАНИМИ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41265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Автоматизована кластеризація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87937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Ми пропонуємо інструмент, який самостійно групує клієнтів за їхньою реальною поведінкою: обсягом покупок, частотою візитів та рівнем лояльності.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3984277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Об'єктивний розподіл без людського фактору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4449067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Миттєва візуалізація складних зв'язків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4913858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Готові профілі сегментів для маркетингу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НАШЕ РІШЕННЯ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842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4906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138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2175" y="1428913"/>
            <a:ext cx="4857750" cy="40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34924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38387"/>
            <a:ext cx="3492549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38387"/>
            <a:ext cx="349240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62025" y="337661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Швидкість запуску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62025" y="3843337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Завантажте CSV-файл та отримайте результат за лічені секунди без складних налаштувань.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740175" y="3376612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Точність моделі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740175" y="3843337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Використання алгоритму K-Means із валідацією через Silhouette Score для гарантії якості.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18475" y="337661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Конфіденційність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18475" y="3843337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Обробка даних відбувається у браузері без необхідності постійного зберігання у хмарі.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75748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175" y="27574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8475" y="27574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ПЕРЕВАГИ НАШОЇ ПЛАТФОРМИ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571500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ГЛИБОКА АНАЛІТИКА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1622226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2057400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Візуалізація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25241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Програма будує інтерактивні графіки розподілу, що дозволяють побачити "портрет" вашого бізнесу на одному екрані.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4385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 миттєво ідентифікуєте VIP-клієнтів, активне ядро та групи ризику, що потребують уваги.</a:t>
            </a:r>
            <a:endParaRPr/>
          </a:p>
        </p:txBody>
      </p:sp>
      <p:pic>
        <p:nvPicPr>
          <p:cNvPr id="145" name="Google Shape;14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0423" y="977188"/>
            <a:ext cx="3954426" cy="40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55054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Прогнозоване зростання конверсії маркетингових кампаній за рахунок точного таргетування сегментів.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ПРИРІСТ ЕФЕКТИВНОСТІ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66975"/>
            <a:ext cx="52387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952500" y="28479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Браузер: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Останні версії Chrome, Firefox або Edge.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952500" y="33432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Оперативна пам'ять: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Від 2 ГБ для швидкої візуалізації 10,000+ записів.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52500" y="41433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Формат даних: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Стандартний CSV з роздільником кома або крапка з комою.</a:t>
            </a:r>
            <a:endParaRPr/>
          </a:p>
        </p:txBody>
      </p:sp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76500"/>
            <a:ext cx="521970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ТЕХНІЧНІ ВИМОГИ</a:t>
            </a:r>
            <a:endParaRPr/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47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43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4337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